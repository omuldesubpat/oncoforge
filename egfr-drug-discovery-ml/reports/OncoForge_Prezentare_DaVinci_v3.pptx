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OncoForge - Prioritizare AI pentru inhibitori EGFR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334155"/>
                </a:solidFill>
              </a:defRPr>
            </a:pPr>
            <a:r>
              <a:t>Prezentare competitie (structura 1-10)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293B"/>
                </a:solidFill>
              </a:defRPr>
            </a:pPr>
            <a:r>
              <a:t>Autori: [completeaza numele]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Coordonator: [completeaza profesorul]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Institutie: [completeaza institutia]</a:t>
            </a:r>
          </a:p>
          <a:p>
            <a:pPr>
              <a:defRPr sz="2200">
                <a:solidFill>
                  <a:srgbClr val="1E293B"/>
                </a:solidFill>
              </a:defRPr>
            </a:pPr>
            <a:r>
              <a:t>Data: [completeaza data prezentarii]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Slide 1 ramane editabil pentru completare manuala.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Problema abordata</a:t>
            </a:r>
          </a:p>
        </p:txBody>
      </p:sp>
      <p:pic>
        <p:nvPicPr>
          <p:cNvPr id="3" name="Picture 2" descr="02_problema_abordata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24" y="868680"/>
            <a:ext cx="10757647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Context stiintific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5486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Medicamente EGFR pe piata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2784" y="804672"/>
            <a:ext cx="5486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Trend cercetare: generare molecule</a:t>
            </a:r>
          </a:p>
        </p:txBody>
      </p:sp>
      <p:pic>
        <p:nvPicPr>
          <p:cNvPr id="5" name="Picture 4" descr="03a_tabel_medicam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77286"/>
            <a:ext cx="5577840" cy="4280667"/>
          </a:xfrm>
          <a:prstGeom prst="rect">
            <a:avLst/>
          </a:prstGeom>
        </p:spPr>
      </p:pic>
      <p:pic>
        <p:nvPicPr>
          <p:cNvPr id="6" name="Picture 5" descr="03b_trend_publicati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77286"/>
            <a:ext cx="5577840" cy="4280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Abstract: restrangerea spatiului chimic</a:t>
            </a:r>
          </a:p>
        </p:txBody>
      </p:sp>
      <p:pic>
        <p:nvPicPr>
          <p:cNvPr id="3" name="Picture 2" descr="04_abstract_spatiu_chi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48" y="86868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Metodologia proiectului</a:t>
            </a:r>
          </a:p>
        </p:txBody>
      </p:sp>
      <p:pic>
        <p:nvPicPr>
          <p:cNvPr id="3" name="Picture 2" descr="05_metodolog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2509"/>
            <a:ext cx="11430000" cy="5087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Rezultate cruciale pe modele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5486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Comparatie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2784" y="804672"/>
            <a:ext cx="5486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Comparatie R^2</a:t>
            </a:r>
          </a:p>
        </p:txBody>
      </p:sp>
      <p:pic>
        <p:nvPicPr>
          <p:cNvPr id="5" name="Picture 4" descr="06a_rmse_mod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48852"/>
            <a:ext cx="5577840" cy="3137535"/>
          </a:xfrm>
          <a:prstGeom prst="rect">
            <a:avLst/>
          </a:prstGeom>
        </p:spPr>
      </p:pic>
      <p:pic>
        <p:nvPicPr>
          <p:cNvPr id="6" name="Picture 5" descr="06b_r2_mode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248852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Rezultate multi-agent</a:t>
            </a:r>
          </a:p>
        </p:txBody>
      </p:sp>
      <p:pic>
        <p:nvPicPr>
          <p:cNvPr id="3" name="Picture 2" descr="07_rezultate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88487"/>
            <a:ext cx="11430000" cy="5275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AI-ul nostru vs alte studii</a:t>
            </a:r>
          </a:p>
        </p:txBody>
      </p:sp>
      <p:pic>
        <p:nvPicPr>
          <p:cNvPr id="3" name="Picture 2" descr="08_ai_vs_stud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86" y="868680"/>
            <a:ext cx="1113692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Planuri de viitor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8813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Completeaza manual planurile de viitor:</a:t>
            </a:r>
          </a:p>
          <a:p>
            <a:pPr>
              <a:defRPr sz="2200" b="0">
                <a:solidFill>
                  <a:srgbClr val="1E293B"/>
                </a:solidFill>
              </a:defRPr>
            </a:pPr>
            <a:r>
              <a:t>1. [Plan 1]</a:t>
            </a:r>
          </a:p>
          <a:p>
            <a:pPr>
              <a:defRPr sz="2200" b="0">
                <a:solidFill>
                  <a:srgbClr val="1E293B"/>
                </a:solidFill>
              </a:defRPr>
            </a:pPr>
            <a:r>
              <a:t>2. [Plan 2]</a:t>
            </a:r>
          </a:p>
          <a:p>
            <a:pPr>
              <a:defRPr sz="2200" b="0">
                <a:solidFill>
                  <a:srgbClr val="1E293B"/>
                </a:solidFill>
              </a:defRPr>
            </a:pPr>
            <a:r>
              <a:t>3. [Plan 3]</a:t>
            </a:r>
          </a:p>
          <a:p>
            <a:pPr>
              <a:defRPr sz="2200" b="0">
                <a:solidFill>
                  <a:srgbClr val="1E293B"/>
                </a:solidFill>
              </a:defRPr>
            </a:pPr>
            <a:r>
              <a:t>4. [Plan 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Referinte</a:t>
            </a:r>
          </a:p>
        </p:txBody>
      </p:sp>
      <p:pic>
        <p:nvPicPr>
          <p:cNvPr id="3" name="Picture 2" descr="10_referi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02" y="868680"/>
            <a:ext cx="9507891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